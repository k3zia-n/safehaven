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66" d="100"/>
          <a:sy n="66" d="100"/>
        </p:scale>
        <p:origin x="668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B3E5A-DD4C-184C-2BD7-CFCF901CA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45E22-2707-46D6-509D-5CB8467A7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D45D0-EEA0-8088-C4CB-35FB5CE4A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3F62E-ADE0-44D2-8FB1-A2DAA4DAB4A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039C3-AC79-BC5F-0368-17F926999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84985-FA19-C98F-FFCB-2AC6D0E5D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DF966-1C9B-4DF5-8C9E-B39DCB0684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391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7F13-D0B1-1F11-474E-6282A3AD6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322CD-0E8A-74A2-BC7F-AB8C96283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BCF14-998E-2429-24F3-B956114D3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3F62E-ADE0-44D2-8FB1-A2DAA4DAB4A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E385B-FC03-B58B-134C-102E08F07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8E842-371B-2675-B7A2-A9970BAD9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DF966-1C9B-4DF5-8C9E-B39DCB0684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38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C008C-6AD4-0E3C-796C-56FCA7006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26B9A-3FA5-2332-7E96-7C083675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F86D-DD16-8585-9E11-CDC7C3D8C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3F62E-ADE0-44D2-8FB1-A2DAA4DAB4A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F1E4C-CB08-AE14-4C6A-EC61B73C0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B9791-40AB-0DF1-E06E-09515AABA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DF966-1C9B-4DF5-8C9E-B39DCB0684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22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7022-6031-09DC-93C8-5B554103F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74901-1AE2-D964-FFA0-49A7D19D32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A9A1E-C2B4-449F-DE6C-AF5EB1DF2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E3CC6-1958-2966-4920-CD63D445E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3F62E-ADE0-44D2-8FB1-A2DAA4DAB4A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66BF8-E3C2-094B-8D19-7338ECAC3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6C07D-6BE1-3EB0-D6A8-9253FA315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DF966-1C9B-4DF5-8C9E-B39DCB0684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241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3C451-4DB8-C6FE-9368-B162367C8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7B8BF-9716-D5AD-7EAB-721965305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BFF3A-490B-CDDA-B6A9-8C46A32B5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D58037-C8BF-EEAF-9A83-5DB31AAFF2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0B2DD9-16FA-4C88-D8BF-F5CF6B6C9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85CFA-2734-3E1F-8037-9F2420628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3F62E-ADE0-44D2-8FB1-A2DAA4DAB4A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D2DD06-C675-D5D9-0BDC-138D3CB1C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91EA24-4B94-19DB-59B2-A8A66DA4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DF966-1C9B-4DF5-8C9E-B39DCB0684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957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CAAA-7363-52C0-1AA2-856467310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13DC13-490E-67B4-3023-06BE9D3C2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3F62E-ADE0-44D2-8FB1-A2DAA4DAB4A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F4AB8-A011-A2C6-CE5C-E34B20BB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9C073-5B66-BCAE-2EF1-5DFFE36CC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DF966-1C9B-4DF5-8C9E-B39DCB0684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962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5503B6-EFF7-B57D-442C-B313AB82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3F62E-ADE0-44D2-8FB1-A2DAA4DAB4A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4AB368-2788-5512-8F94-36BCABD96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9E0A2-D0AE-F5F8-921C-7997F79F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DF966-1C9B-4DF5-8C9E-B39DCB0684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03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C10EA-3D58-895D-4EAA-10AC9937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2F024-99CB-DCF7-EB10-17DD3C70E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76C64-BAFB-9DB3-E29F-9C0CF9943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D8182-140B-5555-66E7-4601D3FD8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3F62E-ADE0-44D2-8FB1-A2DAA4DAB4A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3C952-3977-B79E-EC5E-CE277600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EEF92-ADD7-6C1E-076E-5F00F480E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DF966-1C9B-4DF5-8C9E-B39DCB0684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34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29156-7400-DDBF-4AFE-8E603A5C8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389CAB-180D-31D1-A7FB-4122D066E6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E9058-A3DE-D842-A304-AB7722CA7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FCE69-8150-3C05-4EF5-3B565532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3F62E-ADE0-44D2-8FB1-A2DAA4DAB4A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FC081-A3D9-5095-01BC-DAAA1536F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8DCD5-AFC5-CDD9-76D8-90E7C6CFA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DF966-1C9B-4DF5-8C9E-B39DCB0684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145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83D89-F565-3B68-7E0E-7ABD7CF6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A8CC52-FD75-0BD8-EE7E-9BF4E6CAE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CC8C1-D947-E6F8-A745-B39F3A75C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3F62E-ADE0-44D2-8FB1-A2DAA4DAB4A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F98CB-2B8B-4CB8-9379-96265F225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78D59-0E9E-4B00-D060-4B0791D8F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DF966-1C9B-4DF5-8C9E-B39DCB0684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715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D89C4A-87AC-0849-7640-2A4D972A9C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4AE975-66DF-C7AA-E837-A01C8FDBC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2E106-C9D0-718F-32AB-31904C72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3F62E-ADE0-44D2-8FB1-A2DAA4DAB4A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6D7A2-2EC2-ADB7-4566-742CAF83E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4D77A-D2F5-CCD5-C797-97A771F0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DF966-1C9B-4DF5-8C9E-B39DCB0684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0989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38ABA9-9208-E1D9-25D4-04B9FC310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7E55A-CAA5-B492-2E0E-4EDB797F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C064D-2643-B13D-FB2E-384E9B976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3F62E-ADE0-44D2-8FB1-A2DAA4DAB4A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B3DE3-3D7A-C915-AD4B-FD6078D80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3C575-70F3-BB1A-4172-584024A47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DF966-1C9B-4DF5-8C9E-B39DCB0684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806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517B-44B4-64D2-29F3-DE0D8C70DA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</a:rPr>
              <a:t>Safe Haven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9CDEF-54A4-BA3B-6ADD-9981C02916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A secure, anonymous, and accessible platform empowering survivors of gender-based violence to find safety, seek justice, and begin healing.</a:t>
            </a:r>
          </a:p>
          <a:p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Gender-Based Violence Support Initiative</a:t>
            </a:r>
          </a:p>
          <a:p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Powered by Technology &amp; Compassion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9917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6C87-151D-9A03-DBD5-75E78236E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</a:rPr>
              <a:t>Mission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7" name="Content Placeholder 6" descr="A close-up of a sign&#10;&#10;AI-generated content may be incorrect.">
            <a:extLst>
              <a:ext uri="{FF2B5EF4-FFF2-40B4-BE49-F238E27FC236}">
                <a16:creationId xmlns:a16="http://schemas.microsoft.com/office/drawing/2014/main" id="{EEFF2DA0-A368-F859-898E-1FB3CC9510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1943" y="2254954"/>
            <a:ext cx="10008114" cy="349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43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E606D-E8CB-D8D4-E68D-99EDFC3B2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</a:rPr>
              <a:t>Anonymous Incident Reporting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6FDEC8-16BD-84F0-7956-D55ACE919C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2080" y="1825625"/>
            <a:ext cx="85078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86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BF528-2B87-4748-47F6-89B189ACA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</a:rPr>
              <a:t>Immediate Help in a Crisis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20A86D-A0CE-DDE7-5DB2-C87EC84E0D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0659" y="1825625"/>
            <a:ext cx="977068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1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E1D61-F5CE-C46A-9001-D2475C0AA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</a:rPr>
              <a:t>AI-Powered Support Network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37EEC-1E7D-2DF5-3773-836C1A00B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872"/>
            <a:ext cx="10515600" cy="48799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Intelligent Resource Connection</a:t>
            </a:r>
          </a:p>
          <a:p>
            <a:r>
              <a:rPr lang="en-GB" dirty="0"/>
              <a:t>Our </a:t>
            </a:r>
            <a:r>
              <a:rPr lang="en-GB" dirty="0" err="1"/>
              <a:t>Genkit</a:t>
            </a:r>
            <a:r>
              <a:rPr lang="en-GB" dirty="0"/>
              <a:t>-powered AI connects users with local support services tailored to their location and specific needs, ensuring relevant and accessible help.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3265B-3060-0B72-D2A7-E17E1CE80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1792556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150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E9AEE-CF18-06C2-7D9E-494E9ED6F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</a:rPr>
              <a:t>Find Nearby Safe Locations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5727D5-5949-E908-AF32-9AB14C038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3331" y="1978715"/>
            <a:ext cx="10465338" cy="404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892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6C126-0CB0-781E-D135-34F83DD2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</a:rPr>
              <a:t>Anonymous Community Board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Content Placeholder 4" descr="A close-up of a computer&#10;&#10;AI-generated content may be incorrect.">
            <a:extLst>
              <a:ext uri="{FF2B5EF4-FFF2-40B4-BE49-F238E27FC236}">
                <a16:creationId xmlns:a16="http://schemas.microsoft.com/office/drawing/2014/main" id="{EBFB5FF4-711C-420F-60C0-322A4969F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1189" y="1825625"/>
            <a:ext cx="81696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67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D356B-418E-6466-4C37-17D229DCB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</a:rPr>
              <a:t>AI Support &amp; Legal Empowerment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50CB94-21FA-2E5A-58AC-0DB7019348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5330" y="1825625"/>
            <a:ext cx="95613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921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92E2-27F4-BFCE-D4A1-C89F7A00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7822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</a:rPr>
              <a:t>Technology Stack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6BB18-172E-9048-8CD1-F966443DC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8568"/>
            <a:ext cx="10515600" cy="5198395"/>
          </a:xfrm>
        </p:spPr>
        <p:txBody>
          <a:bodyPr/>
          <a:lstStyle/>
          <a:p>
            <a:r>
              <a:rPr lang="en-GB" b="1" dirty="0"/>
              <a:t>Built on Modern, Secure Infrastructure</a:t>
            </a:r>
          </a:p>
          <a:p>
            <a:r>
              <a:rPr lang="en-GB" dirty="0" err="1"/>
              <a:t>SafeHaven</a:t>
            </a:r>
            <a:r>
              <a:rPr lang="en-GB" dirty="0"/>
              <a:t> leverages cutting-edge technologies to ensure security, accessibility, and reliable performance for all users.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30204B-8153-B89E-45F3-99F080078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856" y="2614864"/>
            <a:ext cx="10446287" cy="404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726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close-up of a sign&#10;&#10;AI-generated content may be incorrect.">
            <a:extLst>
              <a:ext uri="{FF2B5EF4-FFF2-40B4-BE49-F238E27FC236}">
                <a16:creationId xmlns:a16="http://schemas.microsoft.com/office/drawing/2014/main" id="{C9EFCCF1-8D1E-B487-73CF-B9619EDC61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812598"/>
            <a:ext cx="10515600" cy="536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752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111</Words>
  <Application>Microsoft Office PowerPoint</Application>
  <PresentationFormat>Widescreen</PresentationFormat>
  <Paragraphs>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Safe Haven </vt:lpstr>
      <vt:lpstr>Mission</vt:lpstr>
      <vt:lpstr>Anonymous Incident Reporting</vt:lpstr>
      <vt:lpstr>Immediate Help in a Crisis</vt:lpstr>
      <vt:lpstr>AI-Powered Support Network</vt:lpstr>
      <vt:lpstr>Find Nearby Safe Locations</vt:lpstr>
      <vt:lpstr>Anonymous Community Board</vt:lpstr>
      <vt:lpstr>AI Support &amp; Legal Empowerment</vt:lpstr>
      <vt:lpstr>Technology Stack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Kezia Nekoye</dc:creator>
  <cp:lastModifiedBy>Kezia Nekoye</cp:lastModifiedBy>
  <cp:revision>1</cp:revision>
  <dcterms:created xsi:type="dcterms:W3CDTF">2025-12-11T09:08:42Z</dcterms:created>
  <dcterms:modified xsi:type="dcterms:W3CDTF">2025-12-11T09:23:41Z</dcterms:modified>
</cp:coreProperties>
</file>